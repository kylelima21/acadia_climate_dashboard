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9618"/>
    <a:srgbClr val="0D0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6"/>
  </p:normalViewPr>
  <p:slideViewPr>
    <p:cSldViewPr snapToGrid="0">
      <p:cViewPr>
        <p:scale>
          <a:sx n="35" d="100"/>
          <a:sy n="35" d="100"/>
        </p:scale>
        <p:origin x="2112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9626A-E8DE-B125-216E-1BEAD5660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940A6-774E-5FEA-473A-006CDE62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9E102-7189-DC7F-5E39-59ACB0597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D4560-07C4-F9EB-C58B-CF29BD7B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11DBC-DF01-F314-83DD-BBE640306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5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999C-3F90-9116-80C7-304C7C1F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47150-F272-50BA-8058-2B1846A63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ADDFF-FA3D-8AA2-3448-1F20F489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732DD-7B2C-EE5C-D0C8-E657FCEB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F5833-2933-D338-E1CB-B62C0577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7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2BA61-E9C8-D2B8-8C96-6ED6822B8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81498-2E4C-10EC-880D-09915F0DE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6BF34-07D0-AF6C-C376-BCF8312E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8BE41-2B2D-304D-1B08-1E1699B23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09A0F-5D60-C184-FE81-39C7D40D6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1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2BDA2-3632-0B69-1D52-9E2C2459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53A18-3664-A6A0-D81E-DFEA7699C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90A62-0F3A-AE22-A674-B48152136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73A66-4289-C899-321C-DD56621B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38F8E-8166-EA4B-AA2E-BFDFB217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D8918-786D-FBDB-ACA1-17E36637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2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FEB9-C483-D2B7-C44C-1B77CC8FA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B772F-E5C7-B1FC-B10A-753B28409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726EB-BA5E-90B3-A464-950E2E8E0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8682F-A1B9-01D8-5280-E96DC2D4F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C1471-6D06-12BA-6898-1758E4585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C7CB4-9422-B498-DC26-611A4384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00BE0-8B87-37B9-2AD9-1C60EBC5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A37D6-0777-F9D6-C8E1-DEF6B543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0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51F5-2FC3-B5A0-4BCD-F9988AA0C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EFD3A-EC9A-CACB-5028-63C8789C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15B89-FE09-F49A-B486-F37450F9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FC0D8-B705-64FD-CE27-C28C593D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8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7D1DF-BDA9-624F-DB96-D49ED282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60C48-6134-0C66-8252-A33B48A30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6A644-CD0B-7ADD-2AA7-76BC9C93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74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0D50-E39B-67D8-449E-A654B587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8133-82AE-0617-C423-233C82DF8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6B13-C47B-55BE-A89F-1BC0668C6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58911-B4AE-F8A5-1B8A-9EDD2E5F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2D2A2-A071-E87A-6570-22D97F65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5D764-D58A-6465-5F56-963722B9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0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9BB3-1A17-4084-97CC-EFC63714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1984E-9777-041B-62C0-B94F13DBD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D4F94-374A-5AA8-8300-9861F0E54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B2B56-F54E-B4D4-56D3-92AE7BD3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F2C50-6AC3-1A47-DD38-6F602654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D8068-B103-A8B1-3052-7237464A0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4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C74B-2B25-E36D-223E-AAB6B790F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AB7B0-7A8B-0E1E-9EF5-68187E7CD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655F0-F644-04A1-F254-542569E10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476BE-7DB6-C4C5-9C53-29D8168CE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CB656-06E1-8A6B-DF4F-BAA3188D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7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23E10-8EE5-592B-6768-2D563CA13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D05F9-4041-C2F3-D1F9-D2AA4AC27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3F450-F62F-A538-B7E4-99CFCAB3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D0CCB-B78F-DC84-BA17-1A138E5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8CA98-4248-CF27-118A-D65679C5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6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4D7CDD-8C0A-7337-E8D2-9BF8B5B4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4FF80-B2B1-2A1C-2C51-207E4F1B5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F5999-3CA6-A25B-1F28-2D51670AB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4A83B-5BD1-AE40-B31F-3C50F48D4073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5401-B586-F02B-159B-020AFBA8D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A718A-E5E0-9EED-445B-C4225615C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0E731-3CB8-6D48-B927-21AFFDB4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8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7FD15B3-4132-7DD4-B843-19EB1799A4C5}"/>
              </a:ext>
            </a:extLst>
          </p:cNvPr>
          <p:cNvSpPr/>
          <p:nvPr/>
        </p:nvSpPr>
        <p:spPr>
          <a:xfrm>
            <a:off x="832993" y="917210"/>
            <a:ext cx="5224905" cy="5225321"/>
          </a:xfrm>
          <a:prstGeom prst="ellipse">
            <a:avLst/>
          </a:prstGeom>
          <a:solidFill>
            <a:srgbClr val="489618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Caret Up with solid fill">
            <a:extLst>
              <a:ext uri="{FF2B5EF4-FFF2-40B4-BE49-F238E27FC236}">
                <a16:creationId xmlns:a16="http://schemas.microsoft.com/office/drawing/2014/main" id="{D88162E8-DB81-BC73-164E-AE39ACD5C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1090" y="1780308"/>
            <a:ext cx="3297383" cy="329738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16B5301E-C9BC-5DAE-A9E8-B376C7090139}"/>
              </a:ext>
            </a:extLst>
          </p:cNvPr>
          <p:cNvSpPr/>
          <p:nvPr/>
        </p:nvSpPr>
        <p:spPr>
          <a:xfrm>
            <a:off x="2451100" y="3806825"/>
            <a:ext cx="206375" cy="2032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04A64D-6740-86E5-9BF9-07A2C8FCDD1D}"/>
              </a:ext>
            </a:extLst>
          </p:cNvPr>
          <p:cNvSpPr/>
          <p:nvPr/>
        </p:nvSpPr>
        <p:spPr>
          <a:xfrm>
            <a:off x="4239260" y="3803650"/>
            <a:ext cx="206375" cy="2032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2CC563A3-7746-DCF1-A35A-45F36738AC1E}"/>
              </a:ext>
            </a:extLst>
          </p:cNvPr>
          <p:cNvSpPr/>
          <p:nvPr/>
        </p:nvSpPr>
        <p:spPr>
          <a:xfrm>
            <a:off x="3314699" y="2797509"/>
            <a:ext cx="269875" cy="244365"/>
          </a:xfrm>
          <a:prstGeom prst="blockArc">
            <a:avLst>
              <a:gd name="adj1" fmla="val 12744284"/>
              <a:gd name="adj2" fmla="val 20220875"/>
              <a:gd name="adj3" fmla="val 34736"/>
            </a:avLst>
          </a:prstGeom>
          <a:solidFill>
            <a:srgbClr val="489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999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Lima</dc:creator>
  <cp:lastModifiedBy>Kyle Lima</cp:lastModifiedBy>
  <cp:revision>1</cp:revision>
  <dcterms:created xsi:type="dcterms:W3CDTF">2025-03-04T02:04:02Z</dcterms:created>
  <dcterms:modified xsi:type="dcterms:W3CDTF">2025-03-04T03:00:16Z</dcterms:modified>
</cp:coreProperties>
</file>