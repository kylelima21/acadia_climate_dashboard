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>
        <p:scale>
          <a:sx n="66" d="100"/>
          <a:sy n="66" d="100"/>
        </p:scale>
        <p:origin x="936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4E90-DD63-BCAA-79D1-5DDAEFFD6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21094-AA46-45CD-73F8-3923875C0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74F68-FB7A-C7BA-0250-9BC8269A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CD1C9-6F82-4AB1-406F-85496B5A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FA301-EF4A-E1F0-9838-89744052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5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A298-4F8B-A286-7AE9-FB264E4E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30AA-B9AF-BB84-CDC2-3194C69B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1ECE1-EA5E-C610-2342-EC458251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9433-7008-70DB-4DE0-D00F9B7E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4B736-8E50-335D-890C-EEA86B22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0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C545-63EB-0084-6202-62C271E5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038B6-4016-DE0B-48F5-F2653FBBD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E919E-2DAA-EE0D-D6F3-700E06E6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65578-F51A-80A2-EF8F-1FCB1FF1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30894-2AC4-190C-EC29-46CEA59B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7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B230-528C-3A9D-DA58-01F810AC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DF81-0C87-5318-7973-DDD6813D5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3B56B-88B3-2D3D-3563-F7D2A750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02679-23E0-5DEA-76C8-074B5DAB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BA6F7-B492-E21C-375E-4EFAD745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56167-9B18-E7BB-6452-6578D8E7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A41F-9467-6A7A-8B37-A66087E5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B7B2F-041C-01A0-BD65-66388C631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0895E-B925-B857-41DA-B645766DE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D0306-2907-44DB-CE16-BE2AD3821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F0817-3C3E-E505-4779-212D0B608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3AD28-FDCD-2A29-8FC6-5CB2E51A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C3AF0-B795-1495-B298-A206F5B2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905AB-A58C-DB25-FBC1-993B0806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8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2718-6E63-B3D1-4717-080911E0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75E56-6C7B-8718-EFDE-497B6A0F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D505-B55C-76C1-0B92-3F38F28D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DA147-5736-780B-92BA-2CED097C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0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6FE84-D086-C215-2DBD-3FE7F8F3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C5848-6343-5F9E-89E3-9BB3F4FA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71A5-E7DF-2DEF-ED12-4B859DFC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0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C342-5E51-0D88-EA02-D51C0974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30E1-FEDB-9A54-359B-790C829AA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729A1-7554-98B4-2644-273C31698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849DD-D3ED-D4BA-1E65-11176002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D6C71-C6BF-A8AC-7CAD-5334941D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E1332-D7E3-D377-C40E-3BD7EE24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9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82A-B738-10B6-EC03-A215E7591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CED9F-9E27-A114-B0D2-8F38A22E5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E88487-20D5-2495-7DD6-F06C2E6D6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5D6EF-5C04-6C58-9F03-5A34E5E2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F784C-C3E1-01F9-10CA-FF4BA821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5D39C-4151-49AE-5341-FBA2F340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5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572A-FCE4-F243-7D1C-BEF808E8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2D1-4AA7-8186-C8CC-121A1EDDD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70EEF-09A9-E342-AFC1-30FCF115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B2EEF-3E3C-C28C-3718-0F5303E5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E7289-44DF-682E-8E2F-2D3F246F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9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24193-8961-9A75-B0A3-D68F15F6F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B0865-182C-B4DC-9A5D-66B1BCBF8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616D-9251-3D4C-9F64-BEA28E7A5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DBDBF-FDC6-0B1E-0D45-AB79BA07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7264B-D7BF-3950-69CD-DFB0A32B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62886-7D62-4428-D5D1-77AE10EE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AC73-2BD6-61B9-C16F-5910CAB2D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3B86-D7E5-9327-1F9F-5A6091B31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87F10-E77D-F24D-A9CC-C8C918153C14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754EE-28D2-4B6F-743A-24AC051B6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8A1B0-1E99-852D-2D98-EBC1347CC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85EEE-D20A-D547-BBB7-611F9DA1C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0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2C1C11-C3C2-751D-99CC-DD8D62EF4700}"/>
              </a:ext>
            </a:extLst>
          </p:cNvPr>
          <p:cNvSpPr/>
          <p:nvPr/>
        </p:nvSpPr>
        <p:spPr>
          <a:xfrm>
            <a:off x="-1" y="0"/>
            <a:ext cx="9340397" cy="8842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showing the growth of the year&#10;&#10;AI-generated content may be incorrect.">
            <a:extLst>
              <a:ext uri="{FF2B5EF4-FFF2-40B4-BE49-F238E27FC236}">
                <a16:creationId xmlns:a16="http://schemas.microsoft.com/office/drawing/2014/main" id="{3C8A5A59-9D66-49C5-A0B3-BA0B74B54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604" y="5404650"/>
            <a:ext cx="5301235" cy="3429000"/>
          </a:xfrm>
          <a:prstGeom prst="rect">
            <a:avLst/>
          </a:prstGeom>
        </p:spPr>
      </p:pic>
      <p:pic>
        <p:nvPicPr>
          <p:cNvPr id="7" name="Picture 6" descr="A graph showing the time line&#10;&#10;AI-generated content may be incorrect.">
            <a:extLst>
              <a:ext uri="{FF2B5EF4-FFF2-40B4-BE49-F238E27FC236}">
                <a16:creationId xmlns:a16="http://schemas.microsoft.com/office/drawing/2014/main" id="{1FF34AAB-E4BC-FC7C-805C-FE8C89597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01" y="2784078"/>
            <a:ext cx="5227054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F6FD68-8BB3-B8B9-4E18-71A1C70CE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752" y="21583"/>
            <a:ext cx="5269118" cy="3385833"/>
          </a:xfrm>
          <a:prstGeom prst="rect">
            <a:avLst/>
          </a:prstGeom>
        </p:spPr>
      </p:pic>
      <p:pic>
        <p:nvPicPr>
          <p:cNvPr id="16" name="Graphic 15" descr="Wave with solid fill">
            <a:extLst>
              <a:ext uri="{FF2B5EF4-FFF2-40B4-BE49-F238E27FC236}">
                <a16:creationId xmlns:a16="http://schemas.microsoft.com/office/drawing/2014/main" id="{B8A7C36C-B30A-D830-FD87-DEBB7E42A4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0594" y="7419388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phic 17" descr="Rain with solid fill">
            <a:extLst>
              <a:ext uri="{FF2B5EF4-FFF2-40B4-BE49-F238E27FC236}">
                <a16:creationId xmlns:a16="http://schemas.microsoft.com/office/drawing/2014/main" id="{98226928-EA18-55A3-A477-F1C26E0F0A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2860" y="4812651"/>
            <a:ext cx="966279" cy="966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Graphic 19" descr="Thermometer with solid fill">
            <a:extLst>
              <a:ext uri="{FF2B5EF4-FFF2-40B4-BE49-F238E27FC236}">
                <a16:creationId xmlns:a16="http://schemas.microsoft.com/office/drawing/2014/main" id="{B7797676-C379-A106-4D2B-6092D42010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91825" y="1932740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235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Lima</dc:creator>
  <cp:lastModifiedBy>Kyle Lima</cp:lastModifiedBy>
  <cp:revision>1</cp:revision>
  <dcterms:created xsi:type="dcterms:W3CDTF">2025-05-28T14:20:05Z</dcterms:created>
  <dcterms:modified xsi:type="dcterms:W3CDTF">2025-05-28T19:34:34Z</dcterms:modified>
</cp:coreProperties>
</file>